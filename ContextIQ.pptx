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58" y="0"/>
            <a:ext cx="12113341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682217" y="6504954"/>
            <a:ext cx="662305" cy="77470"/>
          </a:xfrm>
          <a:custGeom>
            <a:avLst/>
            <a:gdLst/>
            <a:ahLst/>
            <a:cxnLst/>
            <a:rect l="l" t="t" r="r" b="b"/>
            <a:pathLst>
              <a:path w="662304" h="77470">
                <a:moveTo>
                  <a:pt x="69602" y="13955"/>
                </a:moveTo>
                <a:lnTo>
                  <a:pt x="70034" y="14009"/>
                </a:lnTo>
                <a:lnTo>
                  <a:pt x="70539" y="14153"/>
                </a:lnTo>
                <a:lnTo>
                  <a:pt x="72193" y="14279"/>
                </a:lnTo>
                <a:lnTo>
                  <a:pt x="73847" y="14405"/>
                </a:lnTo>
                <a:lnTo>
                  <a:pt x="76246" y="14570"/>
                </a:lnTo>
                <a:lnTo>
                  <a:pt x="79525" y="14710"/>
                </a:lnTo>
                <a:lnTo>
                  <a:pt x="82804" y="14850"/>
                </a:lnTo>
                <a:lnTo>
                  <a:pt x="86822" y="14997"/>
                </a:lnTo>
                <a:lnTo>
                  <a:pt x="91868" y="15121"/>
                </a:lnTo>
                <a:lnTo>
                  <a:pt x="96913" y="15245"/>
                </a:lnTo>
                <a:lnTo>
                  <a:pt x="103432" y="15574"/>
                </a:lnTo>
                <a:lnTo>
                  <a:pt x="109798" y="15452"/>
                </a:lnTo>
                <a:lnTo>
                  <a:pt x="116164" y="15331"/>
                </a:lnTo>
                <a:lnTo>
                  <a:pt x="123042" y="14831"/>
                </a:lnTo>
                <a:lnTo>
                  <a:pt x="130066" y="14392"/>
                </a:lnTo>
                <a:lnTo>
                  <a:pt x="137090" y="13952"/>
                </a:lnTo>
                <a:lnTo>
                  <a:pt x="144488" y="13339"/>
                </a:lnTo>
                <a:lnTo>
                  <a:pt x="151943" y="12816"/>
                </a:lnTo>
                <a:lnTo>
                  <a:pt x="159397" y="12292"/>
                </a:lnTo>
                <a:lnTo>
                  <a:pt x="167309" y="11942"/>
                </a:lnTo>
                <a:lnTo>
                  <a:pt x="174791" y="11250"/>
                </a:lnTo>
                <a:lnTo>
                  <a:pt x="182273" y="10557"/>
                </a:lnTo>
                <a:lnTo>
                  <a:pt x="189745" y="9535"/>
                </a:lnTo>
                <a:lnTo>
                  <a:pt x="196832" y="8660"/>
                </a:lnTo>
                <a:lnTo>
                  <a:pt x="203919" y="7785"/>
                </a:lnTo>
                <a:lnTo>
                  <a:pt x="210764" y="6816"/>
                </a:lnTo>
                <a:lnTo>
                  <a:pt x="217313" y="5998"/>
                </a:lnTo>
                <a:lnTo>
                  <a:pt x="223861" y="5180"/>
                </a:lnTo>
                <a:lnTo>
                  <a:pt x="229878" y="4403"/>
                </a:lnTo>
                <a:lnTo>
                  <a:pt x="236123" y="3753"/>
                </a:lnTo>
                <a:lnTo>
                  <a:pt x="274089" y="1019"/>
                </a:lnTo>
                <a:lnTo>
                  <a:pt x="280678" y="738"/>
                </a:lnTo>
                <a:lnTo>
                  <a:pt x="318045" y="144"/>
                </a:lnTo>
                <a:lnTo>
                  <a:pt x="324611" y="82"/>
                </a:lnTo>
                <a:lnTo>
                  <a:pt x="331424" y="15"/>
                </a:lnTo>
                <a:lnTo>
                  <a:pt x="338528" y="0"/>
                </a:lnTo>
                <a:lnTo>
                  <a:pt x="345967" y="91"/>
                </a:lnTo>
                <a:lnTo>
                  <a:pt x="353818" y="320"/>
                </a:lnTo>
                <a:lnTo>
                  <a:pt x="362036" y="652"/>
                </a:lnTo>
                <a:lnTo>
                  <a:pt x="370481" y="1043"/>
                </a:lnTo>
                <a:lnTo>
                  <a:pt x="379011" y="1449"/>
                </a:lnTo>
                <a:lnTo>
                  <a:pt x="387648" y="1846"/>
                </a:lnTo>
                <a:lnTo>
                  <a:pt x="431926" y="4729"/>
                </a:lnTo>
                <a:lnTo>
                  <a:pt x="440801" y="5539"/>
                </a:lnTo>
                <a:lnTo>
                  <a:pt x="449615" y="6338"/>
                </a:lnTo>
                <a:lnTo>
                  <a:pt x="458433" y="7130"/>
                </a:lnTo>
                <a:lnTo>
                  <a:pt x="467252" y="7936"/>
                </a:lnTo>
                <a:lnTo>
                  <a:pt x="475935" y="8730"/>
                </a:lnTo>
                <a:lnTo>
                  <a:pt x="484341" y="9485"/>
                </a:lnTo>
                <a:lnTo>
                  <a:pt x="522419" y="12697"/>
                </a:lnTo>
                <a:lnTo>
                  <a:pt x="565584" y="15382"/>
                </a:lnTo>
                <a:lnTo>
                  <a:pt x="605011" y="16486"/>
                </a:lnTo>
                <a:lnTo>
                  <a:pt x="608642" y="16488"/>
                </a:lnTo>
                <a:lnTo>
                  <a:pt x="612457" y="16486"/>
                </a:lnTo>
                <a:lnTo>
                  <a:pt x="616271" y="16485"/>
                </a:lnTo>
                <a:lnTo>
                  <a:pt x="619893" y="16446"/>
                </a:lnTo>
                <a:lnTo>
                  <a:pt x="623332" y="16412"/>
                </a:lnTo>
                <a:lnTo>
                  <a:pt x="626771" y="16378"/>
                </a:lnTo>
                <a:lnTo>
                  <a:pt x="629988" y="16110"/>
                </a:lnTo>
                <a:lnTo>
                  <a:pt x="633086" y="16281"/>
                </a:lnTo>
                <a:lnTo>
                  <a:pt x="636183" y="16452"/>
                </a:lnTo>
                <a:lnTo>
                  <a:pt x="639084" y="16979"/>
                </a:lnTo>
                <a:lnTo>
                  <a:pt x="641916" y="17439"/>
                </a:lnTo>
                <a:lnTo>
                  <a:pt x="644749" y="17900"/>
                </a:lnTo>
                <a:lnTo>
                  <a:pt x="647430" y="18518"/>
                </a:lnTo>
                <a:lnTo>
                  <a:pt x="650079" y="19046"/>
                </a:lnTo>
                <a:lnTo>
                  <a:pt x="652729" y="19573"/>
                </a:lnTo>
                <a:lnTo>
                  <a:pt x="655924" y="20132"/>
                </a:lnTo>
                <a:lnTo>
                  <a:pt x="657817" y="20603"/>
                </a:lnTo>
                <a:lnTo>
                  <a:pt x="659709" y="21073"/>
                </a:lnTo>
                <a:lnTo>
                  <a:pt x="661106" y="21508"/>
                </a:lnTo>
                <a:lnTo>
                  <a:pt x="661434" y="21870"/>
                </a:lnTo>
                <a:lnTo>
                  <a:pt x="661762" y="22233"/>
                </a:lnTo>
                <a:lnTo>
                  <a:pt x="661160" y="22531"/>
                </a:lnTo>
                <a:lnTo>
                  <a:pt x="659786" y="22778"/>
                </a:lnTo>
                <a:lnTo>
                  <a:pt x="658414" y="23025"/>
                </a:lnTo>
                <a:lnTo>
                  <a:pt x="619260" y="23806"/>
                </a:lnTo>
                <a:lnTo>
                  <a:pt x="613087" y="23800"/>
                </a:lnTo>
                <a:lnTo>
                  <a:pt x="606659" y="23794"/>
                </a:lnTo>
                <a:lnTo>
                  <a:pt x="600232" y="23788"/>
                </a:lnTo>
                <a:lnTo>
                  <a:pt x="593433" y="23765"/>
                </a:lnTo>
                <a:lnTo>
                  <a:pt x="586482" y="23746"/>
                </a:lnTo>
                <a:lnTo>
                  <a:pt x="579531" y="23726"/>
                </a:lnTo>
                <a:lnTo>
                  <a:pt x="572279" y="23699"/>
                </a:lnTo>
                <a:lnTo>
                  <a:pt x="564952" y="23677"/>
                </a:lnTo>
                <a:lnTo>
                  <a:pt x="557625" y="23654"/>
                </a:lnTo>
                <a:lnTo>
                  <a:pt x="550085" y="23629"/>
                </a:lnTo>
                <a:lnTo>
                  <a:pt x="542520" y="23609"/>
                </a:lnTo>
                <a:lnTo>
                  <a:pt x="534955" y="23588"/>
                </a:lnTo>
                <a:lnTo>
                  <a:pt x="527257" y="23569"/>
                </a:lnTo>
                <a:lnTo>
                  <a:pt x="519564" y="23553"/>
                </a:lnTo>
                <a:lnTo>
                  <a:pt x="511871" y="23537"/>
                </a:lnTo>
                <a:lnTo>
                  <a:pt x="504107" y="23524"/>
                </a:lnTo>
                <a:lnTo>
                  <a:pt x="496362" y="23513"/>
                </a:lnTo>
                <a:lnTo>
                  <a:pt x="488618" y="23502"/>
                </a:lnTo>
                <a:lnTo>
                  <a:pt x="449867" y="23473"/>
                </a:lnTo>
                <a:lnTo>
                  <a:pt x="421031" y="23466"/>
                </a:lnTo>
                <a:lnTo>
                  <a:pt x="414366" y="23466"/>
                </a:lnTo>
                <a:lnTo>
                  <a:pt x="407973" y="23467"/>
                </a:lnTo>
                <a:lnTo>
                  <a:pt x="401580" y="23467"/>
                </a:lnTo>
                <a:lnTo>
                  <a:pt x="395530" y="23468"/>
                </a:lnTo>
                <a:lnTo>
                  <a:pt x="389656" y="23469"/>
                </a:lnTo>
                <a:lnTo>
                  <a:pt x="383780" y="23470"/>
                </a:lnTo>
                <a:lnTo>
                  <a:pt x="377987" y="23471"/>
                </a:lnTo>
                <a:lnTo>
                  <a:pt x="372722" y="23472"/>
                </a:lnTo>
                <a:lnTo>
                  <a:pt x="367456" y="23473"/>
                </a:lnTo>
                <a:lnTo>
                  <a:pt x="362777" y="23474"/>
                </a:lnTo>
                <a:lnTo>
                  <a:pt x="358064" y="23475"/>
                </a:lnTo>
                <a:lnTo>
                  <a:pt x="353351" y="23476"/>
                </a:lnTo>
                <a:lnTo>
                  <a:pt x="348943" y="23476"/>
                </a:lnTo>
                <a:lnTo>
                  <a:pt x="344444" y="23477"/>
                </a:lnTo>
                <a:lnTo>
                  <a:pt x="339945" y="23478"/>
                </a:lnTo>
                <a:lnTo>
                  <a:pt x="335560" y="23478"/>
                </a:lnTo>
                <a:lnTo>
                  <a:pt x="331068" y="23479"/>
                </a:lnTo>
                <a:lnTo>
                  <a:pt x="326578" y="23479"/>
                </a:lnTo>
                <a:lnTo>
                  <a:pt x="303546" y="23481"/>
                </a:lnTo>
                <a:lnTo>
                  <a:pt x="298612" y="23481"/>
                </a:lnTo>
                <a:lnTo>
                  <a:pt x="256873" y="25994"/>
                </a:lnTo>
                <a:lnTo>
                  <a:pt x="221916" y="32161"/>
                </a:lnTo>
                <a:lnTo>
                  <a:pt x="214354" y="33752"/>
                </a:lnTo>
                <a:lnTo>
                  <a:pt x="206696" y="35313"/>
                </a:lnTo>
                <a:lnTo>
                  <a:pt x="198900" y="36903"/>
                </a:lnTo>
                <a:lnTo>
                  <a:pt x="190966" y="38521"/>
                </a:lnTo>
                <a:lnTo>
                  <a:pt x="182891" y="40166"/>
                </a:lnTo>
                <a:lnTo>
                  <a:pt x="174578" y="41839"/>
                </a:lnTo>
                <a:lnTo>
                  <a:pt x="166057" y="43541"/>
                </a:lnTo>
                <a:lnTo>
                  <a:pt x="157531" y="45267"/>
                </a:lnTo>
                <a:lnTo>
                  <a:pt x="149197" y="47013"/>
                </a:lnTo>
                <a:lnTo>
                  <a:pt x="141017" y="48812"/>
                </a:lnTo>
                <a:lnTo>
                  <a:pt x="132915" y="50655"/>
                </a:lnTo>
                <a:lnTo>
                  <a:pt x="125035" y="52476"/>
                </a:lnTo>
                <a:lnTo>
                  <a:pt x="117523" y="54209"/>
                </a:lnTo>
                <a:lnTo>
                  <a:pt x="110416" y="55856"/>
                </a:lnTo>
                <a:lnTo>
                  <a:pt x="103637" y="57446"/>
                </a:lnTo>
                <a:lnTo>
                  <a:pt x="97157" y="58954"/>
                </a:lnTo>
                <a:lnTo>
                  <a:pt x="90948" y="60355"/>
                </a:lnTo>
                <a:lnTo>
                  <a:pt x="82836" y="62142"/>
                </a:lnTo>
                <a:lnTo>
                  <a:pt x="75434" y="63667"/>
                </a:lnTo>
                <a:lnTo>
                  <a:pt x="68850" y="64932"/>
                </a:lnTo>
                <a:lnTo>
                  <a:pt x="62268" y="66197"/>
                </a:lnTo>
                <a:lnTo>
                  <a:pt x="56584" y="67157"/>
                </a:lnTo>
                <a:lnTo>
                  <a:pt x="51453" y="67946"/>
                </a:lnTo>
                <a:lnTo>
                  <a:pt x="46322" y="68735"/>
                </a:lnTo>
                <a:lnTo>
                  <a:pt x="42031" y="69249"/>
                </a:lnTo>
                <a:lnTo>
                  <a:pt x="38066" y="69666"/>
                </a:lnTo>
                <a:lnTo>
                  <a:pt x="34102" y="70083"/>
                </a:lnTo>
                <a:lnTo>
                  <a:pt x="30805" y="70071"/>
                </a:lnTo>
                <a:lnTo>
                  <a:pt x="27667" y="70447"/>
                </a:lnTo>
                <a:lnTo>
                  <a:pt x="24527" y="70823"/>
                </a:lnTo>
                <a:lnTo>
                  <a:pt x="21857" y="71414"/>
                </a:lnTo>
                <a:lnTo>
                  <a:pt x="19232" y="71921"/>
                </a:lnTo>
                <a:lnTo>
                  <a:pt x="16609" y="72428"/>
                </a:lnTo>
                <a:lnTo>
                  <a:pt x="14273" y="73004"/>
                </a:lnTo>
                <a:lnTo>
                  <a:pt x="11920" y="73491"/>
                </a:lnTo>
                <a:lnTo>
                  <a:pt x="9567" y="73978"/>
                </a:lnTo>
                <a:lnTo>
                  <a:pt x="1017" y="75853"/>
                </a:lnTo>
                <a:lnTo>
                  <a:pt x="209" y="76134"/>
                </a:lnTo>
                <a:lnTo>
                  <a:pt x="0" y="76348"/>
                </a:lnTo>
                <a:lnTo>
                  <a:pt x="265" y="76524"/>
                </a:lnTo>
                <a:lnTo>
                  <a:pt x="530" y="76700"/>
                </a:lnTo>
                <a:lnTo>
                  <a:pt x="1419" y="76815"/>
                </a:lnTo>
                <a:lnTo>
                  <a:pt x="2608" y="76909"/>
                </a:lnTo>
                <a:lnTo>
                  <a:pt x="3796" y="77003"/>
                </a:lnTo>
                <a:lnTo>
                  <a:pt x="15183" y="77130"/>
                </a:lnTo>
                <a:lnTo>
                  <a:pt x="18456" y="77132"/>
                </a:lnTo>
                <a:lnTo>
                  <a:pt x="22432" y="77115"/>
                </a:lnTo>
                <a:lnTo>
                  <a:pt x="27033" y="77099"/>
                </a:lnTo>
                <a:lnTo>
                  <a:pt x="31633" y="77084"/>
                </a:lnTo>
                <a:lnTo>
                  <a:pt x="37655" y="77058"/>
                </a:lnTo>
                <a:lnTo>
                  <a:pt x="42785" y="77036"/>
                </a:lnTo>
                <a:lnTo>
                  <a:pt x="47914" y="77014"/>
                </a:lnTo>
                <a:lnTo>
                  <a:pt x="55307" y="76979"/>
                </a:lnTo>
                <a:lnTo>
                  <a:pt x="57811" y="76968"/>
                </a:lnTo>
              </a:path>
            </a:pathLst>
          </a:custGeom>
          <a:ln w="666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751820" y="6588749"/>
            <a:ext cx="861060" cy="30480"/>
          </a:xfrm>
          <a:custGeom>
            <a:avLst/>
            <a:gdLst/>
            <a:ahLst/>
            <a:cxnLst/>
            <a:rect l="l" t="t" r="r" b="b"/>
            <a:pathLst>
              <a:path w="861059" h="30479">
                <a:moveTo>
                  <a:pt x="0" y="29220"/>
                </a:moveTo>
                <a:lnTo>
                  <a:pt x="216" y="29274"/>
                </a:lnTo>
                <a:lnTo>
                  <a:pt x="576" y="29418"/>
                </a:lnTo>
                <a:lnTo>
                  <a:pt x="1295" y="29544"/>
                </a:lnTo>
                <a:lnTo>
                  <a:pt x="2013" y="29669"/>
                </a:lnTo>
                <a:lnTo>
                  <a:pt x="3033" y="29834"/>
                </a:lnTo>
                <a:lnTo>
                  <a:pt x="4313" y="29974"/>
                </a:lnTo>
                <a:lnTo>
                  <a:pt x="5593" y="30115"/>
                </a:lnTo>
                <a:lnTo>
                  <a:pt x="7201" y="30478"/>
                </a:lnTo>
                <a:lnTo>
                  <a:pt x="8975" y="30385"/>
                </a:lnTo>
                <a:lnTo>
                  <a:pt x="10750" y="30293"/>
                </a:lnTo>
                <a:lnTo>
                  <a:pt x="12810" y="29830"/>
                </a:lnTo>
                <a:lnTo>
                  <a:pt x="14961" y="29421"/>
                </a:lnTo>
                <a:lnTo>
                  <a:pt x="17114" y="29013"/>
                </a:lnTo>
                <a:lnTo>
                  <a:pt x="19481" y="28431"/>
                </a:lnTo>
                <a:lnTo>
                  <a:pt x="21889" y="27933"/>
                </a:lnTo>
                <a:lnTo>
                  <a:pt x="24296" y="27436"/>
                </a:lnTo>
                <a:lnTo>
                  <a:pt x="26630" y="26894"/>
                </a:lnTo>
                <a:lnTo>
                  <a:pt x="29403" y="26437"/>
                </a:lnTo>
                <a:lnTo>
                  <a:pt x="32176" y="25979"/>
                </a:lnTo>
                <a:lnTo>
                  <a:pt x="35393" y="25549"/>
                </a:lnTo>
                <a:lnTo>
                  <a:pt x="38525" y="25190"/>
                </a:lnTo>
                <a:lnTo>
                  <a:pt x="41657" y="24830"/>
                </a:lnTo>
                <a:lnTo>
                  <a:pt x="70032" y="23368"/>
                </a:lnTo>
                <a:lnTo>
                  <a:pt x="73590" y="23291"/>
                </a:lnTo>
                <a:lnTo>
                  <a:pt x="76878" y="23256"/>
                </a:lnTo>
                <a:lnTo>
                  <a:pt x="80440" y="23229"/>
                </a:lnTo>
                <a:lnTo>
                  <a:pt x="84001" y="23202"/>
                </a:lnTo>
                <a:lnTo>
                  <a:pt x="87579" y="23203"/>
                </a:lnTo>
                <a:lnTo>
                  <a:pt x="91399" y="23206"/>
                </a:lnTo>
                <a:lnTo>
                  <a:pt x="95220" y="23209"/>
                </a:lnTo>
                <a:lnTo>
                  <a:pt x="98983" y="23228"/>
                </a:lnTo>
                <a:lnTo>
                  <a:pt x="103363" y="23245"/>
                </a:lnTo>
                <a:lnTo>
                  <a:pt x="107743" y="23263"/>
                </a:lnTo>
                <a:lnTo>
                  <a:pt x="112470" y="23288"/>
                </a:lnTo>
                <a:lnTo>
                  <a:pt x="117681" y="23309"/>
                </a:lnTo>
                <a:lnTo>
                  <a:pt x="122892" y="23331"/>
                </a:lnTo>
                <a:lnTo>
                  <a:pt x="128593" y="23570"/>
                </a:lnTo>
                <a:lnTo>
                  <a:pt x="134628" y="23374"/>
                </a:lnTo>
                <a:lnTo>
                  <a:pt x="140665" y="23179"/>
                </a:lnTo>
                <a:lnTo>
                  <a:pt x="147178" y="22621"/>
                </a:lnTo>
                <a:lnTo>
                  <a:pt x="153896" y="22134"/>
                </a:lnTo>
                <a:lnTo>
                  <a:pt x="160613" y="21647"/>
                </a:lnTo>
                <a:lnTo>
                  <a:pt x="167722" y="21217"/>
                </a:lnTo>
                <a:lnTo>
                  <a:pt x="174933" y="20451"/>
                </a:lnTo>
                <a:lnTo>
                  <a:pt x="182145" y="19685"/>
                </a:lnTo>
                <a:lnTo>
                  <a:pt x="189854" y="18529"/>
                </a:lnTo>
                <a:lnTo>
                  <a:pt x="197167" y="17538"/>
                </a:lnTo>
                <a:lnTo>
                  <a:pt x="204478" y="16547"/>
                </a:lnTo>
                <a:lnTo>
                  <a:pt x="211825" y="15441"/>
                </a:lnTo>
                <a:lnTo>
                  <a:pt x="218808" y="14505"/>
                </a:lnTo>
                <a:lnTo>
                  <a:pt x="225791" y="13570"/>
                </a:lnTo>
                <a:lnTo>
                  <a:pt x="232786" y="12892"/>
                </a:lnTo>
                <a:lnTo>
                  <a:pt x="239066" y="11928"/>
                </a:lnTo>
                <a:lnTo>
                  <a:pt x="245345" y="10964"/>
                </a:lnTo>
                <a:lnTo>
                  <a:pt x="250976" y="9752"/>
                </a:lnTo>
                <a:lnTo>
                  <a:pt x="256483" y="8721"/>
                </a:lnTo>
                <a:lnTo>
                  <a:pt x="261990" y="7691"/>
                </a:lnTo>
                <a:lnTo>
                  <a:pt x="267277" y="6634"/>
                </a:lnTo>
                <a:lnTo>
                  <a:pt x="272110" y="5745"/>
                </a:lnTo>
                <a:lnTo>
                  <a:pt x="276943" y="4856"/>
                </a:lnTo>
                <a:lnTo>
                  <a:pt x="281159" y="4056"/>
                </a:lnTo>
                <a:lnTo>
                  <a:pt x="285481" y="3390"/>
                </a:lnTo>
                <a:lnTo>
                  <a:pt x="289803" y="2723"/>
                </a:lnTo>
                <a:lnTo>
                  <a:pt x="294061" y="2188"/>
                </a:lnTo>
                <a:lnTo>
                  <a:pt x="298041" y="1745"/>
                </a:lnTo>
                <a:lnTo>
                  <a:pt x="302021" y="1303"/>
                </a:lnTo>
                <a:lnTo>
                  <a:pt x="305577" y="991"/>
                </a:lnTo>
                <a:lnTo>
                  <a:pt x="309357" y="736"/>
                </a:lnTo>
                <a:lnTo>
                  <a:pt x="313135" y="481"/>
                </a:lnTo>
                <a:lnTo>
                  <a:pt x="317032" y="334"/>
                </a:lnTo>
                <a:lnTo>
                  <a:pt x="320716" y="216"/>
                </a:lnTo>
                <a:lnTo>
                  <a:pt x="324401" y="98"/>
                </a:lnTo>
                <a:lnTo>
                  <a:pt x="328021" y="58"/>
                </a:lnTo>
                <a:lnTo>
                  <a:pt x="331463" y="29"/>
                </a:lnTo>
                <a:lnTo>
                  <a:pt x="334905" y="0"/>
                </a:lnTo>
                <a:lnTo>
                  <a:pt x="338203" y="20"/>
                </a:lnTo>
                <a:lnTo>
                  <a:pt x="341371" y="40"/>
                </a:lnTo>
                <a:lnTo>
                  <a:pt x="344539" y="60"/>
                </a:lnTo>
                <a:lnTo>
                  <a:pt x="347547" y="107"/>
                </a:lnTo>
                <a:lnTo>
                  <a:pt x="350471" y="148"/>
                </a:lnTo>
                <a:lnTo>
                  <a:pt x="353395" y="190"/>
                </a:lnTo>
                <a:lnTo>
                  <a:pt x="356179" y="242"/>
                </a:lnTo>
                <a:lnTo>
                  <a:pt x="358916" y="287"/>
                </a:lnTo>
                <a:lnTo>
                  <a:pt x="361653" y="332"/>
                </a:lnTo>
                <a:lnTo>
                  <a:pt x="389559" y="639"/>
                </a:lnTo>
                <a:lnTo>
                  <a:pt x="392046" y="650"/>
                </a:lnTo>
                <a:lnTo>
                  <a:pt x="406999" y="673"/>
                </a:lnTo>
                <a:lnTo>
                  <a:pt x="409506" y="672"/>
                </a:lnTo>
                <a:lnTo>
                  <a:pt x="412018" y="671"/>
                </a:lnTo>
                <a:lnTo>
                  <a:pt x="414530" y="670"/>
                </a:lnTo>
                <a:lnTo>
                  <a:pt x="417049" y="668"/>
                </a:lnTo>
                <a:lnTo>
                  <a:pt x="419572" y="667"/>
                </a:lnTo>
                <a:lnTo>
                  <a:pt x="422095" y="665"/>
                </a:lnTo>
                <a:lnTo>
                  <a:pt x="424624" y="663"/>
                </a:lnTo>
                <a:lnTo>
                  <a:pt x="427155" y="661"/>
                </a:lnTo>
                <a:lnTo>
                  <a:pt x="429686" y="659"/>
                </a:lnTo>
                <a:lnTo>
                  <a:pt x="432222" y="657"/>
                </a:lnTo>
                <a:lnTo>
                  <a:pt x="434758" y="655"/>
                </a:lnTo>
                <a:lnTo>
                  <a:pt x="437295" y="653"/>
                </a:lnTo>
                <a:lnTo>
                  <a:pt x="439835" y="652"/>
                </a:lnTo>
                <a:lnTo>
                  <a:pt x="442375" y="650"/>
                </a:lnTo>
                <a:lnTo>
                  <a:pt x="444915" y="649"/>
                </a:lnTo>
                <a:lnTo>
                  <a:pt x="447241" y="432"/>
                </a:lnTo>
                <a:lnTo>
                  <a:pt x="449999" y="647"/>
                </a:lnTo>
                <a:lnTo>
                  <a:pt x="452756" y="862"/>
                </a:lnTo>
                <a:lnTo>
                  <a:pt x="455660" y="1438"/>
                </a:lnTo>
                <a:lnTo>
                  <a:pt x="458921" y="1941"/>
                </a:lnTo>
                <a:lnTo>
                  <a:pt x="462182" y="2443"/>
                </a:lnTo>
                <a:lnTo>
                  <a:pt x="465528" y="3102"/>
                </a:lnTo>
                <a:lnTo>
                  <a:pt x="469567" y="3663"/>
                </a:lnTo>
                <a:lnTo>
                  <a:pt x="498485" y="6631"/>
                </a:lnTo>
                <a:lnTo>
                  <a:pt x="503523" y="7008"/>
                </a:lnTo>
                <a:lnTo>
                  <a:pt x="508443" y="7316"/>
                </a:lnTo>
                <a:lnTo>
                  <a:pt x="513382" y="7571"/>
                </a:lnTo>
                <a:lnTo>
                  <a:pt x="518321" y="7826"/>
                </a:lnTo>
                <a:lnTo>
                  <a:pt x="523423" y="8009"/>
                </a:lnTo>
                <a:lnTo>
                  <a:pt x="528121" y="8159"/>
                </a:lnTo>
                <a:lnTo>
                  <a:pt x="532818" y="8309"/>
                </a:lnTo>
                <a:lnTo>
                  <a:pt x="537143" y="8399"/>
                </a:lnTo>
                <a:lnTo>
                  <a:pt x="541569" y="8471"/>
                </a:lnTo>
                <a:lnTo>
                  <a:pt x="545994" y="8543"/>
                </a:lnTo>
                <a:lnTo>
                  <a:pt x="550491" y="8571"/>
                </a:lnTo>
                <a:lnTo>
                  <a:pt x="554676" y="8592"/>
                </a:lnTo>
                <a:lnTo>
                  <a:pt x="558862" y="8613"/>
                </a:lnTo>
                <a:lnTo>
                  <a:pt x="562895" y="8605"/>
                </a:lnTo>
                <a:lnTo>
                  <a:pt x="566680" y="8597"/>
                </a:lnTo>
                <a:lnTo>
                  <a:pt x="570466" y="8589"/>
                </a:lnTo>
                <a:lnTo>
                  <a:pt x="574015" y="8565"/>
                </a:lnTo>
                <a:lnTo>
                  <a:pt x="577388" y="8543"/>
                </a:lnTo>
                <a:lnTo>
                  <a:pt x="580762" y="8522"/>
                </a:lnTo>
                <a:lnTo>
                  <a:pt x="583896" y="8493"/>
                </a:lnTo>
                <a:lnTo>
                  <a:pt x="586923" y="8469"/>
                </a:lnTo>
                <a:lnTo>
                  <a:pt x="589949" y="8445"/>
                </a:lnTo>
                <a:lnTo>
                  <a:pt x="592775" y="8419"/>
                </a:lnTo>
                <a:lnTo>
                  <a:pt x="595545" y="8397"/>
                </a:lnTo>
                <a:lnTo>
                  <a:pt x="598314" y="8376"/>
                </a:lnTo>
                <a:lnTo>
                  <a:pt x="600938" y="8356"/>
                </a:lnTo>
                <a:lnTo>
                  <a:pt x="603540" y="8339"/>
                </a:lnTo>
                <a:lnTo>
                  <a:pt x="606143" y="8322"/>
                </a:lnTo>
                <a:lnTo>
                  <a:pt x="618590" y="8271"/>
                </a:lnTo>
                <a:lnTo>
                  <a:pt x="621056" y="8264"/>
                </a:lnTo>
                <a:lnTo>
                  <a:pt x="623500" y="8260"/>
                </a:lnTo>
                <a:lnTo>
                  <a:pt x="625958" y="8257"/>
                </a:lnTo>
                <a:lnTo>
                  <a:pt x="628416" y="8254"/>
                </a:lnTo>
                <a:lnTo>
                  <a:pt x="630870" y="8252"/>
                </a:lnTo>
                <a:lnTo>
                  <a:pt x="633338" y="8251"/>
                </a:lnTo>
                <a:lnTo>
                  <a:pt x="635806" y="8250"/>
                </a:lnTo>
                <a:lnTo>
                  <a:pt x="638280" y="8250"/>
                </a:lnTo>
                <a:lnTo>
                  <a:pt x="640765" y="8251"/>
                </a:lnTo>
                <a:lnTo>
                  <a:pt x="643250" y="8251"/>
                </a:lnTo>
                <a:lnTo>
                  <a:pt x="645745" y="8252"/>
                </a:lnTo>
                <a:lnTo>
                  <a:pt x="648248" y="8253"/>
                </a:lnTo>
                <a:lnTo>
                  <a:pt x="650751" y="8254"/>
                </a:lnTo>
                <a:lnTo>
                  <a:pt x="653264" y="8255"/>
                </a:lnTo>
                <a:lnTo>
                  <a:pt x="655783" y="8256"/>
                </a:lnTo>
                <a:lnTo>
                  <a:pt x="658300" y="8257"/>
                </a:lnTo>
                <a:lnTo>
                  <a:pt x="660827" y="8258"/>
                </a:lnTo>
                <a:lnTo>
                  <a:pt x="663357" y="8259"/>
                </a:lnTo>
                <a:lnTo>
                  <a:pt x="665887" y="8260"/>
                </a:lnTo>
                <a:lnTo>
                  <a:pt x="668423" y="8261"/>
                </a:lnTo>
                <a:lnTo>
                  <a:pt x="670960" y="8262"/>
                </a:lnTo>
                <a:lnTo>
                  <a:pt x="673496" y="8263"/>
                </a:lnTo>
                <a:lnTo>
                  <a:pt x="676038" y="8263"/>
                </a:lnTo>
                <a:lnTo>
                  <a:pt x="678579" y="8264"/>
                </a:lnTo>
                <a:lnTo>
                  <a:pt x="681120" y="8264"/>
                </a:lnTo>
                <a:lnTo>
                  <a:pt x="683448" y="8265"/>
                </a:lnTo>
                <a:lnTo>
                  <a:pt x="686207" y="8265"/>
                </a:lnTo>
                <a:lnTo>
                  <a:pt x="688966" y="8265"/>
                </a:lnTo>
                <a:lnTo>
                  <a:pt x="692087" y="8265"/>
                </a:lnTo>
                <a:lnTo>
                  <a:pt x="695133" y="8266"/>
                </a:lnTo>
                <a:lnTo>
                  <a:pt x="698179" y="8266"/>
                </a:lnTo>
                <a:lnTo>
                  <a:pt x="701382" y="8266"/>
                </a:lnTo>
                <a:lnTo>
                  <a:pt x="704487" y="8266"/>
                </a:lnTo>
                <a:lnTo>
                  <a:pt x="707590" y="8266"/>
                </a:lnTo>
                <a:lnTo>
                  <a:pt x="710721" y="8266"/>
                </a:lnTo>
                <a:lnTo>
                  <a:pt x="713759" y="8266"/>
                </a:lnTo>
                <a:lnTo>
                  <a:pt x="716796" y="8266"/>
                </a:lnTo>
                <a:lnTo>
                  <a:pt x="719790" y="8266"/>
                </a:lnTo>
                <a:lnTo>
                  <a:pt x="722710" y="8266"/>
                </a:lnTo>
                <a:lnTo>
                  <a:pt x="725629" y="8266"/>
                </a:lnTo>
                <a:lnTo>
                  <a:pt x="728478" y="8266"/>
                </a:lnTo>
                <a:lnTo>
                  <a:pt x="731273" y="8266"/>
                </a:lnTo>
                <a:lnTo>
                  <a:pt x="734069" y="8266"/>
                </a:lnTo>
                <a:lnTo>
                  <a:pt x="736577" y="8266"/>
                </a:lnTo>
                <a:lnTo>
                  <a:pt x="739483" y="8266"/>
                </a:lnTo>
                <a:lnTo>
                  <a:pt x="742390" y="8265"/>
                </a:lnTo>
                <a:lnTo>
                  <a:pt x="745596" y="8265"/>
                </a:lnTo>
                <a:lnTo>
                  <a:pt x="748711" y="8265"/>
                </a:lnTo>
                <a:lnTo>
                  <a:pt x="751826" y="8265"/>
                </a:lnTo>
                <a:lnTo>
                  <a:pt x="755053" y="8265"/>
                </a:lnTo>
                <a:lnTo>
                  <a:pt x="758175" y="8265"/>
                </a:lnTo>
                <a:lnTo>
                  <a:pt x="761297" y="8265"/>
                </a:lnTo>
                <a:lnTo>
                  <a:pt x="764417" y="8265"/>
                </a:lnTo>
                <a:lnTo>
                  <a:pt x="767443" y="8265"/>
                </a:lnTo>
                <a:lnTo>
                  <a:pt x="770470" y="8265"/>
                </a:lnTo>
                <a:lnTo>
                  <a:pt x="773438" y="8265"/>
                </a:lnTo>
                <a:lnTo>
                  <a:pt x="776334" y="8265"/>
                </a:lnTo>
                <a:lnTo>
                  <a:pt x="816057" y="8265"/>
                </a:lnTo>
                <a:lnTo>
                  <a:pt x="819143" y="8265"/>
                </a:lnTo>
                <a:lnTo>
                  <a:pt x="856086" y="8265"/>
                </a:lnTo>
                <a:lnTo>
                  <a:pt x="857982" y="8481"/>
                </a:lnTo>
                <a:lnTo>
                  <a:pt x="861038" y="6467"/>
                </a:lnTo>
                <a:lnTo>
                  <a:pt x="860481" y="5534"/>
                </a:lnTo>
                <a:lnTo>
                  <a:pt x="860412" y="5247"/>
                </a:lnTo>
              </a:path>
            </a:pathLst>
          </a:custGeom>
          <a:ln w="2286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715" y="6154171"/>
            <a:ext cx="1685264" cy="53002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722120" y="6838932"/>
            <a:ext cx="62865" cy="19685"/>
          </a:xfrm>
          <a:custGeom>
            <a:avLst/>
            <a:gdLst/>
            <a:ahLst/>
            <a:cxnLst/>
            <a:rect l="l" t="t" r="r" b="b"/>
            <a:pathLst>
              <a:path w="62864" h="19684">
                <a:moveTo>
                  <a:pt x="0" y="17"/>
                </a:moveTo>
                <a:lnTo>
                  <a:pt x="647" y="71"/>
                </a:lnTo>
                <a:lnTo>
                  <a:pt x="1729" y="0"/>
                </a:lnTo>
                <a:lnTo>
                  <a:pt x="3886" y="341"/>
                </a:lnTo>
                <a:lnTo>
                  <a:pt x="6043" y="683"/>
                </a:lnTo>
                <a:lnTo>
                  <a:pt x="9100" y="992"/>
                </a:lnTo>
                <a:lnTo>
                  <a:pt x="12940" y="2067"/>
                </a:lnTo>
                <a:lnTo>
                  <a:pt x="16781" y="3142"/>
                </a:lnTo>
                <a:lnTo>
                  <a:pt x="21386" y="4885"/>
                </a:lnTo>
                <a:lnTo>
                  <a:pt x="26927" y="6792"/>
                </a:lnTo>
                <a:lnTo>
                  <a:pt x="32467" y="8699"/>
                </a:lnTo>
                <a:lnTo>
                  <a:pt x="39222" y="11078"/>
                </a:lnTo>
                <a:lnTo>
                  <a:pt x="46182" y="13508"/>
                </a:lnTo>
                <a:lnTo>
                  <a:pt x="53142" y="15938"/>
                </a:lnTo>
                <a:lnTo>
                  <a:pt x="61119" y="18663"/>
                </a:lnTo>
                <a:lnTo>
                  <a:pt x="62248" y="19067"/>
                </a:lnTo>
              </a:path>
            </a:pathLst>
          </a:custGeom>
          <a:ln w="2285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27601" y="1633698"/>
            <a:ext cx="3065145" cy="661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0" y="6166532"/>
            <a:ext cx="9355455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20" dirty="0">
                <a:solidFill>
                  <a:srgbClr val="0077D4"/>
                </a:solidFill>
                <a:latin typeface="Microsoft JhengHei"/>
                <a:cs typeface="Microsoft JhengHei"/>
              </a:rPr>
              <a:t>MEMBERS:</a:t>
            </a:r>
            <a:r>
              <a:rPr lang="en-US" sz="2000" dirty="0">
                <a:latin typeface="Microsoft JhengHei"/>
                <a:cs typeface="Microsoft JhengHei"/>
              </a:rPr>
              <a:t>  </a:t>
            </a:r>
            <a:r>
              <a:rPr lang="en-US" sz="2000" dirty="0">
                <a:solidFill>
                  <a:srgbClr val="0070C0"/>
                </a:solidFill>
                <a:latin typeface="Microsoft JhengHei"/>
                <a:cs typeface="Microsoft JhengHei"/>
              </a:rPr>
              <a:t>1)</a:t>
            </a:r>
            <a:r>
              <a:rPr sz="2000" spc="-225" dirty="0">
                <a:solidFill>
                  <a:srgbClr val="0077D4"/>
                </a:solidFill>
                <a:latin typeface="Microsoft JhengHei"/>
                <a:cs typeface="Microsoft JhengHei"/>
              </a:rPr>
              <a:t>Arshdeep</a:t>
            </a:r>
            <a:r>
              <a:rPr sz="2000" spc="15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2000" spc="-220" dirty="0">
                <a:solidFill>
                  <a:srgbClr val="0077D4"/>
                </a:solidFill>
                <a:latin typeface="Microsoft JhengHei"/>
                <a:cs typeface="Microsoft JhengHei"/>
              </a:rPr>
              <a:t>Singh</a:t>
            </a:r>
            <a:r>
              <a:rPr sz="2000" spc="25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lang="en-IN" sz="2000" spc="-180" dirty="0">
                <a:solidFill>
                  <a:srgbClr val="0077D4"/>
                </a:solidFill>
                <a:latin typeface="Microsoft JhengHei"/>
                <a:cs typeface="Microsoft JhengHei"/>
              </a:rPr>
              <a:t>–</a:t>
            </a:r>
            <a:r>
              <a:rPr sz="2000" spc="25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2000" spc="-170" dirty="0">
                <a:solidFill>
                  <a:srgbClr val="0077D4"/>
                </a:solidFill>
                <a:latin typeface="Microsoft JhengHei"/>
                <a:cs typeface="Microsoft JhengHei"/>
              </a:rPr>
              <a:t>Leader</a:t>
            </a:r>
            <a:r>
              <a:rPr lang="en-US" sz="2000" dirty="0">
                <a:latin typeface="Microsoft JhengHei"/>
                <a:cs typeface="Microsoft JhengHei"/>
              </a:rPr>
              <a:t>     </a:t>
            </a:r>
            <a:r>
              <a:rPr lang="en-US" sz="2000" dirty="0">
                <a:solidFill>
                  <a:srgbClr val="0070C0"/>
                </a:solidFill>
                <a:latin typeface="Microsoft JhengHei"/>
                <a:cs typeface="Microsoft JhengHei"/>
              </a:rPr>
              <a:t>2)</a:t>
            </a:r>
            <a:r>
              <a:rPr lang="en-US" sz="2000" spc="-225" dirty="0">
                <a:solidFill>
                  <a:srgbClr val="0077D4"/>
                </a:solidFill>
                <a:latin typeface="Microsoft JhengHei"/>
                <a:cs typeface="Microsoft JhengHei"/>
              </a:rPr>
              <a:t>Romit</a:t>
            </a:r>
            <a:r>
              <a:rPr sz="2000" spc="-15" dirty="0">
                <a:solidFill>
                  <a:srgbClr val="0077D4"/>
                </a:solidFill>
                <a:latin typeface="Microsoft JhengHei"/>
                <a:cs typeface="Microsoft JhengHei"/>
              </a:rPr>
              <a:t> </a:t>
            </a:r>
            <a:r>
              <a:rPr sz="2000" spc="-55" dirty="0">
                <a:solidFill>
                  <a:srgbClr val="0077D4"/>
                </a:solidFill>
                <a:latin typeface="Microsoft JhengHei"/>
                <a:cs typeface="Microsoft JhengHei"/>
              </a:rPr>
              <a:t>Deoka</a:t>
            </a:r>
            <a:r>
              <a:rPr lang="en-US" sz="2000" spc="-55" dirty="0">
                <a:solidFill>
                  <a:srgbClr val="0077D4"/>
                </a:solidFill>
                <a:latin typeface="Microsoft JhengHei"/>
                <a:cs typeface="Microsoft JhengHei"/>
              </a:rPr>
              <a:t>r       3)Ketan</a:t>
            </a:r>
            <a:endParaRPr sz="2000" dirty="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6045369"/>
            <a:ext cx="3065145" cy="50783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200" spc="-280" dirty="0">
                <a:latin typeface="+mn-lt"/>
              </a:rPr>
              <a:t>Team </a:t>
            </a:r>
            <a:r>
              <a:rPr lang="en-US" sz="3200" spc="-280" dirty="0" err="1">
                <a:latin typeface="+mn-lt"/>
              </a:rPr>
              <a:t>Bronies</a:t>
            </a:r>
            <a:r>
              <a:rPr lang="en-US" sz="3200" spc="-280" dirty="0">
                <a:latin typeface="+mn-lt"/>
              </a:rPr>
              <a:t> :</a:t>
            </a:r>
            <a:endParaRPr sz="3200" spc="-28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873" y="167268"/>
            <a:ext cx="11576760" cy="65234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787" y="151465"/>
            <a:ext cx="11971655" cy="6634480"/>
            <a:chOff x="98787" y="151465"/>
            <a:chExt cx="11971655" cy="6634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87" y="151465"/>
              <a:ext cx="11936799" cy="65129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19560" y="6549390"/>
              <a:ext cx="350519" cy="2362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59" y="107673"/>
            <a:ext cx="12049843" cy="66426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6433" y="149520"/>
            <a:ext cx="11738610" cy="6453505"/>
            <a:chOff x="156433" y="149520"/>
            <a:chExt cx="11738610" cy="6453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433" y="149520"/>
              <a:ext cx="11654261" cy="63994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6680" y="6297929"/>
              <a:ext cx="358140" cy="304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52" y="57909"/>
            <a:ext cx="11521890" cy="6711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1637" y="156127"/>
            <a:ext cx="11608435" cy="6561455"/>
            <a:chOff x="301637" y="156127"/>
            <a:chExt cx="11608435" cy="6561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637" y="156127"/>
              <a:ext cx="11608185" cy="65157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2860" y="6412230"/>
              <a:ext cx="434339" cy="304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0377" y="191061"/>
            <a:ext cx="11717020" cy="6362700"/>
            <a:chOff x="310377" y="191061"/>
            <a:chExt cx="11717020" cy="6362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377" y="191061"/>
              <a:ext cx="11716735" cy="63200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2399" y="6301740"/>
              <a:ext cx="304800" cy="2514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377" y="317016"/>
            <a:ext cx="11639140" cy="59252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58"/>
            <a:ext cx="12192000" cy="6726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73" y="0"/>
            <a:ext cx="11785938" cy="68480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19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Microsoft JhengHei</vt:lpstr>
      <vt:lpstr>Calibri</vt:lpstr>
      <vt:lpstr>Office Theme</vt:lpstr>
      <vt:lpstr>Team Bronies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Romit Deokar</cp:lastModifiedBy>
  <cp:revision>5</cp:revision>
  <dcterms:created xsi:type="dcterms:W3CDTF">2026-03-15T06:11:32Z</dcterms:created>
  <dcterms:modified xsi:type="dcterms:W3CDTF">2026-03-15T06:21:59Z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2026-03-15T00:00:00Z</vt:filetime>
  </property>
  <property fmtid="{D5CDD505-2E9C-101B-9397-08002B2CF9AE}" pid="5" name="Producer">
    <vt:lpwstr>www.ilovepdf.com</vt:lpwstr>
  </property>
</Properties>
</file>